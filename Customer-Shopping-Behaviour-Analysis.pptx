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  <p:embeddedFont>
      <p:font typeface="Petrona"/>
      <p:regular r:id="rId201317"/>
    </p:embeddedFont>
    <p:embeddedFont>
      <p:font typeface="Petrona Bold"/>
      <p:regular r:id="rId201318"/>
    </p:embeddedFont>
    <p:embeddedFont>
      <p:font typeface="Petrona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14748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Shopping Behaviour Analysis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363864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end-to-end analysis of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3,900 customer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uncovering spending patterns, customer segments, and subscription behavior.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456113"/>
            <a:ext cx="1548468" cy="287139"/>
          </a:xfrm>
          <a:prstGeom prst="roundRect">
            <a:avLst>
              <a:gd name="adj" fmla="val 22118"/>
            </a:avLst>
          </a:prstGeom>
          <a:solidFill>
            <a:srgbClr val="1C113B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512766"/>
            <a:ext cx="193124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· PANDAS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76283" y="4456113"/>
            <a:ext cx="744916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876C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89687" y="4512766"/>
            <a:ext cx="112769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15652" y="4456113"/>
            <a:ext cx="92757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876C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29056" y="4512766"/>
            <a:ext cx="13103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77764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Summary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61475" y="2594074"/>
            <a:ext cx="2507394" cy="1192213"/>
          </a:xfrm>
          <a:prstGeom prst="roundRect">
            <a:avLst>
              <a:gd name="adj" fmla="val 6659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789436"/>
            <a:ext cx="211668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3,900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56832" y="3288506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357875" y="2594074"/>
            <a:ext cx="2507394" cy="1192213"/>
          </a:xfrm>
          <a:prstGeom prst="roundRect">
            <a:avLst>
              <a:gd name="adj" fmla="val 6659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53232" y="2789436"/>
            <a:ext cx="211668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18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553232" y="3288506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975298"/>
            <a:ext cx="5203794" cy="1192213"/>
          </a:xfrm>
          <a:prstGeom prst="roundRect">
            <a:avLst>
              <a:gd name="adj" fmla="val 6659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4170660"/>
            <a:ext cx="481308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37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56832" y="4669730"/>
            <a:ext cx="48130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 (Review Rating)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32776" y="2570460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332776" y="3069530"/>
            <a:ext cx="5203794" cy="194667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Demographics: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Age, Gender, Location, Subscription Status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Purchase Details: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Item, Category, Amount, Season, Size, Color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Shopping Behavior: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Discount, Promo Code, Previous Purchases, Frequency, Review Rating, Shipping Type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898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Exploratory Data Analysis — Python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611" y="925413"/>
            <a:ext cx="9890473" cy="5238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97711" y="4669536"/>
            <a:ext cx="2567683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2000" b="1" spc="-40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Load Data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346085" y="5077454"/>
            <a:ext cx="2619309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spc="-2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 pandas and inspect df.info()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41283" y="1644960"/>
            <a:ext cx="2567683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2000" b="1" spc="-40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89657" y="2052879"/>
            <a:ext cx="2619308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spc="-2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df.describe() and summary statistics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258647" y="1644960"/>
            <a:ext cx="2567683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0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258647" y="2052879"/>
            <a:ext cx="2619309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spc="-2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 Review Ratings with category median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82470" y="4669705"/>
            <a:ext cx="2567683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0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Engineer Features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182470" y="5077624"/>
            <a:ext cx="2619308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spc="-2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age_group and purchase_frequency_days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1475" y="6217245"/>
            <a:ext cx="11478330" cy="119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 in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Rating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were imputed using the median rating per product category. Columns were standardized to 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snake_case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Redundant 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was dropped after confirming overlap with 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discount_applied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65970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Cleaned Dataset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3269655"/>
            <a:ext cx="6296860" cy="1222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EDA, the dataset was organized into a clean, analysis-ready structure with two engineered features: 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(binned customer ages) and 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(derived from purchase data). The cleaned DataFrame was loaded into MySQL for structured SQL analysis.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&amp; Discount Insights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89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84276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Gender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332776" y="2483346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$75,191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female customers — more than double the revenue.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277195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Discount-Dependent Products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332776" y="3776266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 products by discount rate: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Hat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(50.00%),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Sneakers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(49.66%),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Coat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(49.07%),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Sweater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(48.17%),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Pants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(47.37%).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Shipping &amp; Subscription Analysis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789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84276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Shipping Type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332776" y="2483346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shipping customers spend slightly more on average (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$58.46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277195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Subscribers vs. Non-Subscribers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332776" y="3776266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 dominate: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2,847 customers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generating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$170,436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total revenue vs. 1,053 subscribers at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$62,645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Average spend is nearly identical (~$59.50).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80964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2773660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3,116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633589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61475" y="405705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 of all customers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2773660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701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3633589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Returning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363135" y="405705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 of all customers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2773660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83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3633589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New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064794" y="405705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2% of all customers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57209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Among repeat buyers (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&gt;5 purchases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2,518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non-subscribers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958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subscribers — indicating subscription adoption is still an opportunity among frequent shoppers.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158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Products &amp; Revenue by Age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1984276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3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3 Products per Category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661475" y="2506960"/>
            <a:ext cx="5203794" cy="3050183"/>
          </a:xfrm>
          <a:prstGeom prst="roundRect">
            <a:avLst>
              <a:gd name="adj" fmla="val 2603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3058418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606701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154984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5005685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56931" y="2633067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52428" y="2633067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Products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56931" y="3181350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Accessories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452428" y="3181350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Jewelry, Sunglasses, Belt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56931" y="3729633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52428" y="3729633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Blouse, Pants, Shirt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6931" y="4277916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Footwear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452428" y="4277916"/>
            <a:ext cx="22174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Sandals, Shoes, Sneakers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6931" y="5128617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Outerwear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452428" y="5128617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Jacket, Coat</a:t>
            </a:r>
            <a:endParaRPr lang="en-US" sz="14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2007890"/>
            <a:ext cx="5203794" cy="3745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23530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 Dashboard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3427214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interactive dashboard was built to present all insights visually, with filters for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subscription status, gender, category,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shipping type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enabling stakeholders to explore the data dynamically.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072"/>
            <a:ext cx="10868745" cy="59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74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Business Recommendations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9041" y="1515120"/>
            <a:ext cx="270166" cy="2701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6851" y="1509613"/>
            <a:ext cx="10283369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3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46851" y="1908076"/>
            <a:ext cx="1028336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benefits to convert non-subscribers.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041" y="2538462"/>
            <a:ext cx="270166" cy="2701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6851" y="2532955"/>
            <a:ext cx="10283369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3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Loyalty Programs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246851" y="2931418"/>
            <a:ext cx="1028336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move them into the "Loyal" segment.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9041" y="3561804"/>
            <a:ext cx="270166" cy="2701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46851" y="3556298"/>
            <a:ext cx="10283369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3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Review Discount Policy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246851" y="3954760"/>
            <a:ext cx="1028336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sales boosts with margin control on discount-dependent products.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9041" y="4585146"/>
            <a:ext cx="270166" cy="2701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46851" y="4579640"/>
            <a:ext cx="10283369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3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Positioning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246851" y="4978102"/>
            <a:ext cx="1028336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top-rated and best-selling products in campaigns.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9041" y="5608489"/>
            <a:ext cx="270166" cy="27017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46851" y="5602982"/>
            <a:ext cx="10283369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3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246851" y="6001445"/>
            <a:ext cx="1028336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efforts on high-revenue age groups and express-shipping users.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2026-08-21T08:37:56Z</dcterms:created>
  <dcterms:modified xsi:type="dcterms:W3CDTF">2026-08-21T08:37:56Z</dcterms:modified>
</cp:coreProperties>
</file>